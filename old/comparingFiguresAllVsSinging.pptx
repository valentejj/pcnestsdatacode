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57" r:id="rId4"/>
    <p:sldId id="259" r:id="rId5"/>
    <p:sldId id="260"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4" autoAdjust="0"/>
    <p:restoredTop sz="94660"/>
  </p:normalViewPr>
  <p:slideViewPr>
    <p:cSldViewPr snapToGrid="0">
      <p:cViewPr varScale="1">
        <p:scale>
          <a:sx n="167" d="100"/>
          <a:sy n="167" d="100"/>
        </p:scale>
        <p:origin x="2262"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1D89E-6934-60A8-92E5-521C6266A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3FF3BED-4107-5BC2-9BB1-F3466B3EC1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4D22C9-445C-A449-BD6C-7268C5BB27F7}"/>
              </a:ext>
            </a:extLst>
          </p:cNvPr>
          <p:cNvSpPr>
            <a:spLocks noGrp="1"/>
          </p:cNvSpPr>
          <p:nvPr>
            <p:ph type="dt" sz="half" idx="10"/>
          </p:nvPr>
        </p:nvSpPr>
        <p:spPr/>
        <p:txBody>
          <a:bodyPr/>
          <a:lstStyle/>
          <a:p>
            <a:fld id="{66FF00F0-7CAB-4784-98C5-EFF67D98F0A2}" type="datetimeFigureOut">
              <a:rPr lang="en-US" smtClean="0"/>
              <a:t>6/21/2026</a:t>
            </a:fld>
            <a:endParaRPr lang="en-US"/>
          </a:p>
        </p:txBody>
      </p:sp>
      <p:sp>
        <p:nvSpPr>
          <p:cNvPr id="5" name="Footer Placeholder 4">
            <a:extLst>
              <a:ext uri="{FF2B5EF4-FFF2-40B4-BE49-F238E27FC236}">
                <a16:creationId xmlns:a16="http://schemas.microsoft.com/office/drawing/2014/main" id="{E30B4385-D58A-F54B-F59B-B7835BEECF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469176-5EA0-563C-6A5F-B673AA36CD8A}"/>
              </a:ext>
            </a:extLst>
          </p:cNvPr>
          <p:cNvSpPr>
            <a:spLocks noGrp="1"/>
          </p:cNvSpPr>
          <p:nvPr>
            <p:ph type="sldNum" sz="quarter" idx="12"/>
          </p:nvPr>
        </p:nvSpPr>
        <p:spPr/>
        <p:txBody>
          <a:bodyPr/>
          <a:lstStyle/>
          <a:p>
            <a:fld id="{2B44C8AA-E28B-4A20-9153-E2A22159422C}" type="slidenum">
              <a:rPr lang="en-US" smtClean="0"/>
              <a:t>‹#›</a:t>
            </a:fld>
            <a:endParaRPr lang="en-US"/>
          </a:p>
        </p:txBody>
      </p:sp>
    </p:spTree>
    <p:extLst>
      <p:ext uri="{BB962C8B-B14F-4D97-AF65-F5344CB8AC3E}">
        <p14:creationId xmlns:p14="http://schemas.microsoft.com/office/powerpoint/2010/main" val="1321848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4E89D-1813-12F0-84EC-A26EFA691B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ED123A-6A1E-9B68-EF96-C7DBED1C1E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AA54F-77BA-40E3-BCAB-80FB30344A69}"/>
              </a:ext>
            </a:extLst>
          </p:cNvPr>
          <p:cNvSpPr>
            <a:spLocks noGrp="1"/>
          </p:cNvSpPr>
          <p:nvPr>
            <p:ph type="dt" sz="half" idx="10"/>
          </p:nvPr>
        </p:nvSpPr>
        <p:spPr/>
        <p:txBody>
          <a:bodyPr/>
          <a:lstStyle/>
          <a:p>
            <a:fld id="{66FF00F0-7CAB-4784-98C5-EFF67D98F0A2}" type="datetimeFigureOut">
              <a:rPr lang="en-US" smtClean="0"/>
              <a:t>6/21/2026</a:t>
            </a:fld>
            <a:endParaRPr lang="en-US"/>
          </a:p>
        </p:txBody>
      </p:sp>
      <p:sp>
        <p:nvSpPr>
          <p:cNvPr id="5" name="Footer Placeholder 4">
            <a:extLst>
              <a:ext uri="{FF2B5EF4-FFF2-40B4-BE49-F238E27FC236}">
                <a16:creationId xmlns:a16="http://schemas.microsoft.com/office/drawing/2014/main" id="{22080B49-FA07-0DED-7A05-1C3A93276E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661A84-A29B-0105-6A38-AE9F4F637BB5}"/>
              </a:ext>
            </a:extLst>
          </p:cNvPr>
          <p:cNvSpPr>
            <a:spLocks noGrp="1"/>
          </p:cNvSpPr>
          <p:nvPr>
            <p:ph type="sldNum" sz="quarter" idx="12"/>
          </p:nvPr>
        </p:nvSpPr>
        <p:spPr/>
        <p:txBody>
          <a:bodyPr/>
          <a:lstStyle/>
          <a:p>
            <a:fld id="{2B44C8AA-E28B-4A20-9153-E2A22159422C}" type="slidenum">
              <a:rPr lang="en-US" smtClean="0"/>
              <a:t>‹#›</a:t>
            </a:fld>
            <a:endParaRPr lang="en-US"/>
          </a:p>
        </p:txBody>
      </p:sp>
    </p:spTree>
    <p:extLst>
      <p:ext uri="{BB962C8B-B14F-4D97-AF65-F5344CB8AC3E}">
        <p14:creationId xmlns:p14="http://schemas.microsoft.com/office/powerpoint/2010/main" val="1746983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1F790-60F1-E33A-7749-9B7D60C75F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344E28-BD11-491C-0819-8A4708F974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212C1F-D9D8-98BF-6BFB-F9816ADA1B3E}"/>
              </a:ext>
            </a:extLst>
          </p:cNvPr>
          <p:cNvSpPr>
            <a:spLocks noGrp="1"/>
          </p:cNvSpPr>
          <p:nvPr>
            <p:ph type="dt" sz="half" idx="10"/>
          </p:nvPr>
        </p:nvSpPr>
        <p:spPr/>
        <p:txBody>
          <a:bodyPr/>
          <a:lstStyle/>
          <a:p>
            <a:fld id="{66FF00F0-7CAB-4784-98C5-EFF67D98F0A2}" type="datetimeFigureOut">
              <a:rPr lang="en-US" smtClean="0"/>
              <a:t>6/21/2026</a:t>
            </a:fld>
            <a:endParaRPr lang="en-US"/>
          </a:p>
        </p:txBody>
      </p:sp>
      <p:sp>
        <p:nvSpPr>
          <p:cNvPr id="5" name="Footer Placeholder 4">
            <a:extLst>
              <a:ext uri="{FF2B5EF4-FFF2-40B4-BE49-F238E27FC236}">
                <a16:creationId xmlns:a16="http://schemas.microsoft.com/office/drawing/2014/main" id="{2CC37E02-2CF9-75AB-D93F-F05E41DF59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DB76EF-059F-A24A-5BA2-92C3BA12D202}"/>
              </a:ext>
            </a:extLst>
          </p:cNvPr>
          <p:cNvSpPr>
            <a:spLocks noGrp="1"/>
          </p:cNvSpPr>
          <p:nvPr>
            <p:ph type="sldNum" sz="quarter" idx="12"/>
          </p:nvPr>
        </p:nvSpPr>
        <p:spPr/>
        <p:txBody>
          <a:bodyPr/>
          <a:lstStyle/>
          <a:p>
            <a:fld id="{2B44C8AA-E28B-4A20-9153-E2A22159422C}" type="slidenum">
              <a:rPr lang="en-US" smtClean="0"/>
              <a:t>‹#›</a:t>
            </a:fld>
            <a:endParaRPr lang="en-US"/>
          </a:p>
        </p:txBody>
      </p:sp>
    </p:spTree>
    <p:extLst>
      <p:ext uri="{BB962C8B-B14F-4D97-AF65-F5344CB8AC3E}">
        <p14:creationId xmlns:p14="http://schemas.microsoft.com/office/powerpoint/2010/main" val="1921295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030AE-E659-3195-5CF6-6517AFD6A4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5E4B06-ABC8-A40A-3E61-4939EC918E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967FDE-4B01-4AC5-AEC3-819A81F05E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B73C35-C224-2494-D04D-EDF6131437E2}"/>
              </a:ext>
            </a:extLst>
          </p:cNvPr>
          <p:cNvSpPr>
            <a:spLocks noGrp="1"/>
          </p:cNvSpPr>
          <p:nvPr>
            <p:ph type="dt" sz="half" idx="10"/>
          </p:nvPr>
        </p:nvSpPr>
        <p:spPr/>
        <p:txBody>
          <a:bodyPr/>
          <a:lstStyle/>
          <a:p>
            <a:fld id="{66FF00F0-7CAB-4784-98C5-EFF67D98F0A2}" type="datetimeFigureOut">
              <a:rPr lang="en-US" smtClean="0"/>
              <a:t>6/21/2026</a:t>
            </a:fld>
            <a:endParaRPr lang="en-US"/>
          </a:p>
        </p:txBody>
      </p:sp>
      <p:sp>
        <p:nvSpPr>
          <p:cNvPr id="6" name="Footer Placeholder 5">
            <a:extLst>
              <a:ext uri="{FF2B5EF4-FFF2-40B4-BE49-F238E27FC236}">
                <a16:creationId xmlns:a16="http://schemas.microsoft.com/office/drawing/2014/main" id="{8D3ADA87-069F-E869-6A55-2940BE2028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3D2684-066F-3FB6-DA25-CBC54E685B4F}"/>
              </a:ext>
            </a:extLst>
          </p:cNvPr>
          <p:cNvSpPr>
            <a:spLocks noGrp="1"/>
          </p:cNvSpPr>
          <p:nvPr>
            <p:ph type="sldNum" sz="quarter" idx="12"/>
          </p:nvPr>
        </p:nvSpPr>
        <p:spPr/>
        <p:txBody>
          <a:bodyPr/>
          <a:lstStyle/>
          <a:p>
            <a:fld id="{2B44C8AA-E28B-4A20-9153-E2A22159422C}" type="slidenum">
              <a:rPr lang="en-US" smtClean="0"/>
              <a:t>‹#›</a:t>
            </a:fld>
            <a:endParaRPr lang="en-US"/>
          </a:p>
        </p:txBody>
      </p:sp>
    </p:spTree>
    <p:extLst>
      <p:ext uri="{BB962C8B-B14F-4D97-AF65-F5344CB8AC3E}">
        <p14:creationId xmlns:p14="http://schemas.microsoft.com/office/powerpoint/2010/main" val="3528055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F41B0-6932-F6DD-3708-E9413B3F3EF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253F62-6481-6B42-E33E-05E4BEF04D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DD86A6-B76B-5EA5-23F7-D5B6E89CCC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984DE24-7FEE-2D38-0A54-999408CE17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EAA9F4-AF8D-8660-5A57-F7657AC3D7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0A12F3-6E6E-ACAE-7557-20D4FDCE0118}"/>
              </a:ext>
            </a:extLst>
          </p:cNvPr>
          <p:cNvSpPr>
            <a:spLocks noGrp="1"/>
          </p:cNvSpPr>
          <p:nvPr>
            <p:ph type="dt" sz="half" idx="10"/>
          </p:nvPr>
        </p:nvSpPr>
        <p:spPr/>
        <p:txBody>
          <a:bodyPr/>
          <a:lstStyle/>
          <a:p>
            <a:fld id="{66FF00F0-7CAB-4784-98C5-EFF67D98F0A2}" type="datetimeFigureOut">
              <a:rPr lang="en-US" smtClean="0"/>
              <a:t>6/21/2026</a:t>
            </a:fld>
            <a:endParaRPr lang="en-US"/>
          </a:p>
        </p:txBody>
      </p:sp>
      <p:sp>
        <p:nvSpPr>
          <p:cNvPr id="8" name="Footer Placeholder 7">
            <a:extLst>
              <a:ext uri="{FF2B5EF4-FFF2-40B4-BE49-F238E27FC236}">
                <a16:creationId xmlns:a16="http://schemas.microsoft.com/office/drawing/2014/main" id="{CADA8B18-388B-0FD1-EF58-399C8F15F18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F7C72F-DBD9-FA51-12DF-D1D71484DF07}"/>
              </a:ext>
            </a:extLst>
          </p:cNvPr>
          <p:cNvSpPr>
            <a:spLocks noGrp="1"/>
          </p:cNvSpPr>
          <p:nvPr>
            <p:ph type="sldNum" sz="quarter" idx="12"/>
          </p:nvPr>
        </p:nvSpPr>
        <p:spPr/>
        <p:txBody>
          <a:bodyPr/>
          <a:lstStyle/>
          <a:p>
            <a:fld id="{2B44C8AA-E28B-4A20-9153-E2A22159422C}" type="slidenum">
              <a:rPr lang="en-US" smtClean="0"/>
              <a:t>‹#›</a:t>
            </a:fld>
            <a:endParaRPr lang="en-US"/>
          </a:p>
        </p:txBody>
      </p:sp>
    </p:spTree>
    <p:extLst>
      <p:ext uri="{BB962C8B-B14F-4D97-AF65-F5344CB8AC3E}">
        <p14:creationId xmlns:p14="http://schemas.microsoft.com/office/powerpoint/2010/main" val="2407977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5B676-752A-CDA5-9327-796525ECA0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694053-934D-1DAB-1E6E-920C271691B1}"/>
              </a:ext>
            </a:extLst>
          </p:cNvPr>
          <p:cNvSpPr>
            <a:spLocks noGrp="1"/>
          </p:cNvSpPr>
          <p:nvPr>
            <p:ph type="dt" sz="half" idx="10"/>
          </p:nvPr>
        </p:nvSpPr>
        <p:spPr/>
        <p:txBody>
          <a:bodyPr/>
          <a:lstStyle/>
          <a:p>
            <a:fld id="{66FF00F0-7CAB-4784-98C5-EFF67D98F0A2}" type="datetimeFigureOut">
              <a:rPr lang="en-US" smtClean="0"/>
              <a:t>6/21/2026</a:t>
            </a:fld>
            <a:endParaRPr lang="en-US"/>
          </a:p>
        </p:txBody>
      </p:sp>
      <p:sp>
        <p:nvSpPr>
          <p:cNvPr id="4" name="Footer Placeholder 3">
            <a:extLst>
              <a:ext uri="{FF2B5EF4-FFF2-40B4-BE49-F238E27FC236}">
                <a16:creationId xmlns:a16="http://schemas.microsoft.com/office/drawing/2014/main" id="{C71E40F4-7B2A-F16B-B982-B5C552B3E2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1D3546-777D-5E8E-2FB0-E95A4022AFA7}"/>
              </a:ext>
            </a:extLst>
          </p:cNvPr>
          <p:cNvSpPr>
            <a:spLocks noGrp="1"/>
          </p:cNvSpPr>
          <p:nvPr>
            <p:ph type="sldNum" sz="quarter" idx="12"/>
          </p:nvPr>
        </p:nvSpPr>
        <p:spPr/>
        <p:txBody>
          <a:bodyPr/>
          <a:lstStyle/>
          <a:p>
            <a:fld id="{2B44C8AA-E28B-4A20-9153-E2A22159422C}" type="slidenum">
              <a:rPr lang="en-US" smtClean="0"/>
              <a:t>‹#›</a:t>
            </a:fld>
            <a:endParaRPr lang="en-US"/>
          </a:p>
        </p:txBody>
      </p:sp>
    </p:spTree>
    <p:extLst>
      <p:ext uri="{BB962C8B-B14F-4D97-AF65-F5344CB8AC3E}">
        <p14:creationId xmlns:p14="http://schemas.microsoft.com/office/powerpoint/2010/main" val="3837474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90DF38-36D2-1E77-ED80-09FDD7BB60F0}"/>
              </a:ext>
            </a:extLst>
          </p:cNvPr>
          <p:cNvSpPr>
            <a:spLocks noGrp="1"/>
          </p:cNvSpPr>
          <p:nvPr>
            <p:ph type="dt" sz="half" idx="10"/>
          </p:nvPr>
        </p:nvSpPr>
        <p:spPr/>
        <p:txBody>
          <a:bodyPr/>
          <a:lstStyle/>
          <a:p>
            <a:fld id="{66FF00F0-7CAB-4784-98C5-EFF67D98F0A2}" type="datetimeFigureOut">
              <a:rPr lang="en-US" smtClean="0"/>
              <a:t>6/21/2026</a:t>
            </a:fld>
            <a:endParaRPr lang="en-US"/>
          </a:p>
        </p:txBody>
      </p:sp>
      <p:sp>
        <p:nvSpPr>
          <p:cNvPr id="3" name="Footer Placeholder 2">
            <a:extLst>
              <a:ext uri="{FF2B5EF4-FFF2-40B4-BE49-F238E27FC236}">
                <a16:creationId xmlns:a16="http://schemas.microsoft.com/office/drawing/2014/main" id="{86FA3955-C40B-169D-EB8E-2F31359788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CD492E-2BBA-1AB8-3A67-D0EB0B4B218F}"/>
              </a:ext>
            </a:extLst>
          </p:cNvPr>
          <p:cNvSpPr>
            <a:spLocks noGrp="1"/>
          </p:cNvSpPr>
          <p:nvPr>
            <p:ph type="sldNum" sz="quarter" idx="12"/>
          </p:nvPr>
        </p:nvSpPr>
        <p:spPr/>
        <p:txBody>
          <a:bodyPr/>
          <a:lstStyle/>
          <a:p>
            <a:fld id="{2B44C8AA-E28B-4A20-9153-E2A22159422C}" type="slidenum">
              <a:rPr lang="en-US" smtClean="0"/>
              <a:t>‹#›</a:t>
            </a:fld>
            <a:endParaRPr lang="en-US"/>
          </a:p>
        </p:txBody>
      </p:sp>
    </p:spTree>
    <p:extLst>
      <p:ext uri="{BB962C8B-B14F-4D97-AF65-F5344CB8AC3E}">
        <p14:creationId xmlns:p14="http://schemas.microsoft.com/office/powerpoint/2010/main" val="667013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082C2-32B6-5FC8-74FF-91ED79F62E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DFA9CF-E766-4EB2-5F78-C7C3C9800D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061930-85DB-5635-6A07-45F5FAE97B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2C0FB6-34B2-74C8-5B61-ECDE8C16641D}"/>
              </a:ext>
            </a:extLst>
          </p:cNvPr>
          <p:cNvSpPr>
            <a:spLocks noGrp="1"/>
          </p:cNvSpPr>
          <p:nvPr>
            <p:ph type="dt" sz="half" idx="10"/>
          </p:nvPr>
        </p:nvSpPr>
        <p:spPr/>
        <p:txBody>
          <a:bodyPr/>
          <a:lstStyle/>
          <a:p>
            <a:fld id="{66FF00F0-7CAB-4784-98C5-EFF67D98F0A2}" type="datetimeFigureOut">
              <a:rPr lang="en-US" smtClean="0"/>
              <a:t>6/21/2026</a:t>
            </a:fld>
            <a:endParaRPr lang="en-US"/>
          </a:p>
        </p:txBody>
      </p:sp>
      <p:sp>
        <p:nvSpPr>
          <p:cNvPr id="6" name="Footer Placeholder 5">
            <a:extLst>
              <a:ext uri="{FF2B5EF4-FFF2-40B4-BE49-F238E27FC236}">
                <a16:creationId xmlns:a16="http://schemas.microsoft.com/office/drawing/2014/main" id="{ADD020F4-329B-B2B6-C5AD-89EBB9C564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3C1F79-07FA-5ADF-8ABA-746534B25076}"/>
              </a:ext>
            </a:extLst>
          </p:cNvPr>
          <p:cNvSpPr>
            <a:spLocks noGrp="1"/>
          </p:cNvSpPr>
          <p:nvPr>
            <p:ph type="sldNum" sz="quarter" idx="12"/>
          </p:nvPr>
        </p:nvSpPr>
        <p:spPr/>
        <p:txBody>
          <a:bodyPr/>
          <a:lstStyle/>
          <a:p>
            <a:fld id="{2B44C8AA-E28B-4A20-9153-E2A22159422C}" type="slidenum">
              <a:rPr lang="en-US" smtClean="0"/>
              <a:t>‹#›</a:t>
            </a:fld>
            <a:endParaRPr lang="en-US"/>
          </a:p>
        </p:txBody>
      </p:sp>
    </p:spTree>
    <p:extLst>
      <p:ext uri="{BB962C8B-B14F-4D97-AF65-F5344CB8AC3E}">
        <p14:creationId xmlns:p14="http://schemas.microsoft.com/office/powerpoint/2010/main" val="626916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43F75-88CE-F6AB-A701-58DC9451B6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FC8EC4D-2175-EEF3-F04E-95E8574A6C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A6EB04-6FDF-AB43-0122-2C159A6790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E2151B-E34B-1E9A-4867-49940E2CBC18}"/>
              </a:ext>
            </a:extLst>
          </p:cNvPr>
          <p:cNvSpPr>
            <a:spLocks noGrp="1"/>
          </p:cNvSpPr>
          <p:nvPr>
            <p:ph type="dt" sz="half" idx="10"/>
          </p:nvPr>
        </p:nvSpPr>
        <p:spPr/>
        <p:txBody>
          <a:bodyPr/>
          <a:lstStyle/>
          <a:p>
            <a:fld id="{66FF00F0-7CAB-4784-98C5-EFF67D98F0A2}" type="datetimeFigureOut">
              <a:rPr lang="en-US" smtClean="0"/>
              <a:t>6/21/2026</a:t>
            </a:fld>
            <a:endParaRPr lang="en-US"/>
          </a:p>
        </p:txBody>
      </p:sp>
      <p:sp>
        <p:nvSpPr>
          <p:cNvPr id="6" name="Footer Placeholder 5">
            <a:extLst>
              <a:ext uri="{FF2B5EF4-FFF2-40B4-BE49-F238E27FC236}">
                <a16:creationId xmlns:a16="http://schemas.microsoft.com/office/drawing/2014/main" id="{DE64B248-570F-3011-B00D-A8EBD2C0A2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7D3C7D-9F9C-D0AC-13AA-FE863EDEA5EA}"/>
              </a:ext>
            </a:extLst>
          </p:cNvPr>
          <p:cNvSpPr>
            <a:spLocks noGrp="1"/>
          </p:cNvSpPr>
          <p:nvPr>
            <p:ph type="sldNum" sz="quarter" idx="12"/>
          </p:nvPr>
        </p:nvSpPr>
        <p:spPr/>
        <p:txBody>
          <a:bodyPr/>
          <a:lstStyle/>
          <a:p>
            <a:fld id="{2B44C8AA-E28B-4A20-9153-E2A22159422C}" type="slidenum">
              <a:rPr lang="en-US" smtClean="0"/>
              <a:t>‹#›</a:t>
            </a:fld>
            <a:endParaRPr lang="en-US"/>
          </a:p>
        </p:txBody>
      </p:sp>
    </p:spTree>
    <p:extLst>
      <p:ext uri="{BB962C8B-B14F-4D97-AF65-F5344CB8AC3E}">
        <p14:creationId xmlns:p14="http://schemas.microsoft.com/office/powerpoint/2010/main" val="2167518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06937-E39C-6D92-9E71-F5C8807B258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4123C0-3BE8-25DD-8B13-A4E3C3851C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36A41F-1568-778F-3774-D112DBFDBA9F}"/>
              </a:ext>
            </a:extLst>
          </p:cNvPr>
          <p:cNvSpPr>
            <a:spLocks noGrp="1"/>
          </p:cNvSpPr>
          <p:nvPr>
            <p:ph type="dt" sz="half" idx="10"/>
          </p:nvPr>
        </p:nvSpPr>
        <p:spPr/>
        <p:txBody>
          <a:bodyPr/>
          <a:lstStyle/>
          <a:p>
            <a:fld id="{66FF00F0-7CAB-4784-98C5-EFF67D98F0A2}" type="datetimeFigureOut">
              <a:rPr lang="en-US" smtClean="0"/>
              <a:t>6/21/2026</a:t>
            </a:fld>
            <a:endParaRPr lang="en-US"/>
          </a:p>
        </p:txBody>
      </p:sp>
      <p:sp>
        <p:nvSpPr>
          <p:cNvPr id="5" name="Footer Placeholder 4">
            <a:extLst>
              <a:ext uri="{FF2B5EF4-FFF2-40B4-BE49-F238E27FC236}">
                <a16:creationId xmlns:a16="http://schemas.microsoft.com/office/drawing/2014/main" id="{D30AF25C-F7B4-260E-DCBD-16121363AE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554FD6-F23D-EE31-6DE5-D3F523CCC1A5}"/>
              </a:ext>
            </a:extLst>
          </p:cNvPr>
          <p:cNvSpPr>
            <a:spLocks noGrp="1"/>
          </p:cNvSpPr>
          <p:nvPr>
            <p:ph type="sldNum" sz="quarter" idx="12"/>
          </p:nvPr>
        </p:nvSpPr>
        <p:spPr/>
        <p:txBody>
          <a:bodyPr/>
          <a:lstStyle/>
          <a:p>
            <a:fld id="{2B44C8AA-E28B-4A20-9153-E2A22159422C}" type="slidenum">
              <a:rPr lang="en-US" smtClean="0"/>
              <a:t>‹#›</a:t>
            </a:fld>
            <a:endParaRPr lang="en-US"/>
          </a:p>
        </p:txBody>
      </p:sp>
    </p:spTree>
    <p:extLst>
      <p:ext uri="{BB962C8B-B14F-4D97-AF65-F5344CB8AC3E}">
        <p14:creationId xmlns:p14="http://schemas.microsoft.com/office/powerpoint/2010/main" val="2358761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F7F115-51BF-F399-E2AB-13BC88E18AF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E366ED-FBB2-E605-4883-9F90A97888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9FC18-2F5E-FD3E-9312-8E7869E4E100}"/>
              </a:ext>
            </a:extLst>
          </p:cNvPr>
          <p:cNvSpPr>
            <a:spLocks noGrp="1"/>
          </p:cNvSpPr>
          <p:nvPr>
            <p:ph type="dt" sz="half" idx="10"/>
          </p:nvPr>
        </p:nvSpPr>
        <p:spPr/>
        <p:txBody>
          <a:bodyPr/>
          <a:lstStyle/>
          <a:p>
            <a:fld id="{66FF00F0-7CAB-4784-98C5-EFF67D98F0A2}" type="datetimeFigureOut">
              <a:rPr lang="en-US" smtClean="0"/>
              <a:t>6/21/2026</a:t>
            </a:fld>
            <a:endParaRPr lang="en-US"/>
          </a:p>
        </p:txBody>
      </p:sp>
      <p:sp>
        <p:nvSpPr>
          <p:cNvPr id="5" name="Footer Placeholder 4">
            <a:extLst>
              <a:ext uri="{FF2B5EF4-FFF2-40B4-BE49-F238E27FC236}">
                <a16:creationId xmlns:a16="http://schemas.microsoft.com/office/drawing/2014/main" id="{B808A022-E322-529F-26CD-AA90FF9F38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CABF74-71F1-422A-3AB8-025CA744D6B5}"/>
              </a:ext>
            </a:extLst>
          </p:cNvPr>
          <p:cNvSpPr>
            <a:spLocks noGrp="1"/>
          </p:cNvSpPr>
          <p:nvPr>
            <p:ph type="sldNum" sz="quarter" idx="12"/>
          </p:nvPr>
        </p:nvSpPr>
        <p:spPr/>
        <p:txBody>
          <a:bodyPr/>
          <a:lstStyle/>
          <a:p>
            <a:fld id="{2B44C8AA-E28B-4A20-9153-E2A22159422C}" type="slidenum">
              <a:rPr lang="en-US" smtClean="0"/>
              <a:t>‹#›</a:t>
            </a:fld>
            <a:endParaRPr lang="en-US"/>
          </a:p>
        </p:txBody>
      </p:sp>
    </p:spTree>
    <p:extLst>
      <p:ext uri="{BB962C8B-B14F-4D97-AF65-F5344CB8AC3E}">
        <p14:creationId xmlns:p14="http://schemas.microsoft.com/office/powerpoint/2010/main" val="2588948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1792F8-34CB-9849-0B41-F9BD0F1D6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412B44-2741-E9CA-ADC8-5ED8EF19DA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96C271-1852-8823-D711-0BFF62B6B2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6FF00F0-7CAB-4784-98C5-EFF67D98F0A2}" type="datetimeFigureOut">
              <a:rPr lang="en-US" smtClean="0"/>
              <a:t>6/21/2026</a:t>
            </a:fld>
            <a:endParaRPr lang="en-US"/>
          </a:p>
        </p:txBody>
      </p:sp>
      <p:sp>
        <p:nvSpPr>
          <p:cNvPr id="5" name="Footer Placeholder 4">
            <a:extLst>
              <a:ext uri="{FF2B5EF4-FFF2-40B4-BE49-F238E27FC236}">
                <a16:creationId xmlns:a16="http://schemas.microsoft.com/office/drawing/2014/main" id="{AD747E2C-FFDC-B508-72DC-6511A2FC81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BE519C0-8F25-F6EE-C783-45332920B5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B44C8AA-E28B-4A20-9153-E2A22159422C}" type="slidenum">
              <a:rPr lang="en-US" smtClean="0"/>
              <a:t>‹#›</a:t>
            </a:fld>
            <a:endParaRPr lang="en-US"/>
          </a:p>
        </p:txBody>
      </p:sp>
    </p:spTree>
    <p:extLst>
      <p:ext uri="{BB962C8B-B14F-4D97-AF65-F5344CB8AC3E}">
        <p14:creationId xmlns:p14="http://schemas.microsoft.com/office/powerpoint/2010/main" val="1973543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D1737-9FA2-B98E-C974-E63E812E18B0}"/>
              </a:ext>
            </a:extLst>
          </p:cNvPr>
          <p:cNvSpPr>
            <a:spLocks noGrp="1"/>
          </p:cNvSpPr>
          <p:nvPr>
            <p:ph type="ctrTitle"/>
          </p:nvPr>
        </p:nvSpPr>
        <p:spPr/>
        <p:txBody>
          <a:bodyPr>
            <a:normAutofit fontScale="90000"/>
          </a:bodyPr>
          <a:lstStyle/>
          <a:p>
            <a:r>
              <a:rPr lang="en-US" dirty="0"/>
              <a:t>Comparing figures between a point count analysis that uses all WOTH vs. one that uses only singing males</a:t>
            </a:r>
          </a:p>
        </p:txBody>
      </p:sp>
      <p:sp>
        <p:nvSpPr>
          <p:cNvPr id="3" name="Subtitle 2">
            <a:extLst>
              <a:ext uri="{FF2B5EF4-FFF2-40B4-BE49-F238E27FC236}">
                <a16:creationId xmlns:a16="http://schemas.microsoft.com/office/drawing/2014/main" id="{5F61723E-3BBC-9CEB-6EF8-C16408A624C3}"/>
              </a:ext>
            </a:extLst>
          </p:cNvPr>
          <p:cNvSpPr>
            <a:spLocks noGrp="1"/>
          </p:cNvSpPr>
          <p:nvPr>
            <p:ph type="subTitle" idx="1"/>
          </p:nvPr>
        </p:nvSpPr>
        <p:spPr>
          <a:xfrm>
            <a:off x="1524000" y="4383404"/>
            <a:ext cx="9144000" cy="874395"/>
          </a:xfrm>
        </p:spPr>
        <p:txBody>
          <a:bodyPr/>
          <a:lstStyle/>
          <a:p>
            <a:r>
              <a:rPr lang="en-US" dirty="0"/>
              <a:t>Note, manuscript figures 1 and 5 are identical between the two analyses and are not presented</a:t>
            </a:r>
          </a:p>
        </p:txBody>
      </p:sp>
    </p:spTree>
    <p:extLst>
      <p:ext uri="{BB962C8B-B14F-4D97-AF65-F5344CB8AC3E}">
        <p14:creationId xmlns:p14="http://schemas.microsoft.com/office/powerpoint/2010/main" val="3993101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50873-B9EC-6CE0-9026-C21DE7F768CF}"/>
              </a:ext>
            </a:extLst>
          </p:cNvPr>
          <p:cNvSpPr>
            <a:spLocks noGrp="1"/>
          </p:cNvSpPr>
          <p:nvPr>
            <p:ph type="title"/>
          </p:nvPr>
        </p:nvSpPr>
        <p:spPr/>
        <p:txBody>
          <a:bodyPr/>
          <a:lstStyle/>
          <a:p>
            <a:r>
              <a:rPr lang="en-US" dirty="0"/>
              <a:t>Quick comparison</a:t>
            </a:r>
          </a:p>
        </p:txBody>
      </p:sp>
      <p:pic>
        <p:nvPicPr>
          <p:cNvPr id="7" name="Content Placeholder 6">
            <a:extLst>
              <a:ext uri="{FF2B5EF4-FFF2-40B4-BE49-F238E27FC236}">
                <a16:creationId xmlns:a16="http://schemas.microsoft.com/office/drawing/2014/main" id="{08879909-88F2-D87C-2E87-4FDF92A4DE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0747" y="1579880"/>
            <a:ext cx="4615526" cy="4351338"/>
          </a:xfrm>
          <a:prstGeom prst="rect">
            <a:avLst/>
          </a:prstGeom>
        </p:spPr>
      </p:pic>
      <p:sp>
        <p:nvSpPr>
          <p:cNvPr id="8" name="TextBox 7">
            <a:extLst>
              <a:ext uri="{FF2B5EF4-FFF2-40B4-BE49-F238E27FC236}">
                <a16:creationId xmlns:a16="http://schemas.microsoft.com/office/drawing/2014/main" id="{CCAD6404-5702-A1EC-1CEF-2C068C83249C}"/>
              </a:ext>
            </a:extLst>
          </p:cNvPr>
          <p:cNvSpPr txBox="1"/>
          <p:nvPr/>
        </p:nvSpPr>
        <p:spPr>
          <a:xfrm>
            <a:off x="5863589" y="1948815"/>
            <a:ext cx="6086475" cy="1200329"/>
          </a:xfrm>
          <a:prstGeom prst="rect">
            <a:avLst/>
          </a:prstGeom>
          <a:noFill/>
        </p:spPr>
        <p:txBody>
          <a:bodyPr wrap="square" rtlCol="0">
            <a:spAutoFit/>
          </a:bodyPr>
          <a:lstStyle/>
          <a:p>
            <a:r>
              <a:rPr lang="en-US" dirty="0"/>
              <a:t>When we use only the singing males to estimate WOTH densities from the point counts, we get slightly lower density estimates compared to when we use all WOTH. This is expected.</a:t>
            </a:r>
          </a:p>
        </p:txBody>
      </p:sp>
    </p:spTree>
    <p:extLst>
      <p:ext uri="{BB962C8B-B14F-4D97-AF65-F5344CB8AC3E}">
        <p14:creationId xmlns:p14="http://schemas.microsoft.com/office/powerpoint/2010/main" val="610092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ADE6C-854C-8683-622A-BF8346EA7900}"/>
              </a:ext>
            </a:extLst>
          </p:cNvPr>
          <p:cNvSpPr>
            <a:spLocks noGrp="1"/>
          </p:cNvSpPr>
          <p:nvPr>
            <p:ph type="title"/>
          </p:nvPr>
        </p:nvSpPr>
        <p:spPr>
          <a:xfrm>
            <a:off x="0" y="5555"/>
            <a:ext cx="10515600" cy="1325563"/>
          </a:xfrm>
        </p:spPr>
        <p:txBody>
          <a:bodyPr/>
          <a:lstStyle/>
          <a:p>
            <a:r>
              <a:rPr lang="en-US" dirty="0"/>
              <a:t>Figure 2</a:t>
            </a:r>
          </a:p>
        </p:txBody>
      </p:sp>
      <p:sp>
        <p:nvSpPr>
          <p:cNvPr id="6" name="Text Placeholder 5">
            <a:extLst>
              <a:ext uri="{FF2B5EF4-FFF2-40B4-BE49-F238E27FC236}">
                <a16:creationId xmlns:a16="http://schemas.microsoft.com/office/drawing/2014/main" id="{B3B81915-C9E8-B256-DEED-386A89A14C1D}"/>
              </a:ext>
            </a:extLst>
          </p:cNvPr>
          <p:cNvSpPr>
            <a:spLocks noGrp="1"/>
          </p:cNvSpPr>
          <p:nvPr>
            <p:ph type="body" idx="1"/>
          </p:nvPr>
        </p:nvSpPr>
        <p:spPr>
          <a:xfrm>
            <a:off x="3810477" y="6034088"/>
            <a:ext cx="5157787" cy="823912"/>
          </a:xfrm>
        </p:spPr>
        <p:txBody>
          <a:bodyPr/>
          <a:lstStyle/>
          <a:p>
            <a:r>
              <a:rPr lang="en-US" dirty="0">
                <a:solidFill>
                  <a:srgbClr val="FF0000"/>
                </a:solidFill>
              </a:rPr>
              <a:t>All WOTH</a:t>
            </a:r>
          </a:p>
        </p:txBody>
      </p:sp>
      <p:pic>
        <p:nvPicPr>
          <p:cNvPr id="11" name="Content Placeholder 10">
            <a:extLst>
              <a:ext uri="{FF2B5EF4-FFF2-40B4-BE49-F238E27FC236}">
                <a16:creationId xmlns:a16="http://schemas.microsoft.com/office/drawing/2014/main" id="{9B0657B3-449E-7664-BC12-577E1FB2927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217547" y="0"/>
            <a:ext cx="3171824" cy="6343648"/>
          </a:xfrm>
          <a:prstGeom prst="rect">
            <a:avLst/>
          </a:prstGeom>
        </p:spPr>
      </p:pic>
      <p:sp>
        <p:nvSpPr>
          <p:cNvPr id="8" name="Text Placeholder 7">
            <a:extLst>
              <a:ext uri="{FF2B5EF4-FFF2-40B4-BE49-F238E27FC236}">
                <a16:creationId xmlns:a16="http://schemas.microsoft.com/office/drawing/2014/main" id="{253162BD-2580-AC58-07D4-D93EDF4D390F}"/>
              </a:ext>
            </a:extLst>
          </p:cNvPr>
          <p:cNvSpPr>
            <a:spLocks noGrp="1"/>
          </p:cNvSpPr>
          <p:nvPr>
            <p:ph type="body" sz="quarter" idx="3"/>
          </p:nvPr>
        </p:nvSpPr>
        <p:spPr>
          <a:xfrm>
            <a:off x="7280910" y="5965350"/>
            <a:ext cx="5183188" cy="823912"/>
          </a:xfrm>
        </p:spPr>
        <p:txBody>
          <a:bodyPr/>
          <a:lstStyle/>
          <a:p>
            <a:r>
              <a:rPr lang="en-US" dirty="0">
                <a:solidFill>
                  <a:srgbClr val="FF0000"/>
                </a:solidFill>
              </a:rPr>
              <a:t>Singing males</a:t>
            </a:r>
          </a:p>
        </p:txBody>
      </p:sp>
      <p:pic>
        <p:nvPicPr>
          <p:cNvPr id="13" name="Content Placeholder 12">
            <a:extLst>
              <a:ext uri="{FF2B5EF4-FFF2-40B4-BE49-F238E27FC236}">
                <a16:creationId xmlns:a16="http://schemas.microsoft.com/office/drawing/2014/main" id="{52197A6F-786F-FE76-6B3C-97DB24E5BC6D}"/>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389371" y="0"/>
            <a:ext cx="3171824" cy="6343648"/>
          </a:xfrm>
          <a:prstGeom prst="rect">
            <a:avLst/>
          </a:prstGeom>
        </p:spPr>
      </p:pic>
      <p:sp>
        <p:nvSpPr>
          <p:cNvPr id="14" name="TextBox 13">
            <a:extLst>
              <a:ext uri="{FF2B5EF4-FFF2-40B4-BE49-F238E27FC236}">
                <a16:creationId xmlns:a16="http://schemas.microsoft.com/office/drawing/2014/main" id="{9D772D6E-FE9E-8BB7-A592-3C2D28454520}"/>
              </a:ext>
            </a:extLst>
          </p:cNvPr>
          <p:cNvSpPr txBox="1"/>
          <p:nvPr/>
        </p:nvSpPr>
        <p:spPr>
          <a:xfrm>
            <a:off x="223854" y="1331118"/>
            <a:ext cx="2953686" cy="1200329"/>
          </a:xfrm>
          <a:prstGeom prst="rect">
            <a:avLst/>
          </a:prstGeom>
          <a:noFill/>
        </p:spPr>
        <p:txBody>
          <a:bodyPr wrap="square" rtlCol="0">
            <a:spAutoFit/>
          </a:bodyPr>
          <a:lstStyle/>
          <a:p>
            <a:r>
              <a:rPr lang="en-US" dirty="0"/>
              <a:t>However, this really doesn’t change our story at all when we look at the figures reported in the manuscript</a:t>
            </a:r>
          </a:p>
        </p:txBody>
      </p:sp>
    </p:spTree>
    <p:extLst>
      <p:ext uri="{BB962C8B-B14F-4D97-AF65-F5344CB8AC3E}">
        <p14:creationId xmlns:p14="http://schemas.microsoft.com/office/powerpoint/2010/main" val="2256548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B17C8-7B37-788F-447F-E62268252D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8E42C2-F062-BDC8-3CE3-E473FCA034DC}"/>
              </a:ext>
            </a:extLst>
          </p:cNvPr>
          <p:cNvSpPr>
            <a:spLocks noGrp="1"/>
          </p:cNvSpPr>
          <p:nvPr>
            <p:ph type="title"/>
          </p:nvPr>
        </p:nvSpPr>
        <p:spPr>
          <a:xfrm>
            <a:off x="0" y="5555"/>
            <a:ext cx="10515600" cy="1325563"/>
          </a:xfrm>
        </p:spPr>
        <p:txBody>
          <a:bodyPr/>
          <a:lstStyle/>
          <a:p>
            <a:r>
              <a:rPr lang="en-US" dirty="0"/>
              <a:t>Figure 3</a:t>
            </a:r>
          </a:p>
        </p:txBody>
      </p:sp>
      <p:sp>
        <p:nvSpPr>
          <p:cNvPr id="6" name="Text Placeholder 5">
            <a:extLst>
              <a:ext uri="{FF2B5EF4-FFF2-40B4-BE49-F238E27FC236}">
                <a16:creationId xmlns:a16="http://schemas.microsoft.com/office/drawing/2014/main" id="{D77BE1A2-EF0F-36EB-1B70-8F54F3618447}"/>
              </a:ext>
            </a:extLst>
          </p:cNvPr>
          <p:cNvSpPr>
            <a:spLocks noGrp="1"/>
          </p:cNvSpPr>
          <p:nvPr>
            <p:ph type="body" idx="1"/>
          </p:nvPr>
        </p:nvSpPr>
        <p:spPr>
          <a:xfrm>
            <a:off x="3517106" y="5532118"/>
            <a:ext cx="1574959" cy="433231"/>
          </a:xfrm>
        </p:spPr>
        <p:txBody>
          <a:bodyPr/>
          <a:lstStyle/>
          <a:p>
            <a:r>
              <a:rPr lang="en-US" dirty="0">
                <a:solidFill>
                  <a:srgbClr val="FF0000"/>
                </a:solidFill>
              </a:rPr>
              <a:t>All WOTH</a:t>
            </a:r>
          </a:p>
        </p:txBody>
      </p:sp>
      <p:sp>
        <p:nvSpPr>
          <p:cNvPr id="8" name="Text Placeholder 7">
            <a:extLst>
              <a:ext uri="{FF2B5EF4-FFF2-40B4-BE49-F238E27FC236}">
                <a16:creationId xmlns:a16="http://schemas.microsoft.com/office/drawing/2014/main" id="{B91BF5AC-0E45-7001-3476-8C84DF6C7533}"/>
              </a:ext>
            </a:extLst>
          </p:cNvPr>
          <p:cNvSpPr>
            <a:spLocks noGrp="1"/>
          </p:cNvSpPr>
          <p:nvPr>
            <p:ph type="body" sz="quarter" idx="3"/>
          </p:nvPr>
        </p:nvSpPr>
        <p:spPr>
          <a:xfrm>
            <a:off x="8709660" y="5532120"/>
            <a:ext cx="2160270" cy="433230"/>
          </a:xfrm>
        </p:spPr>
        <p:txBody>
          <a:bodyPr/>
          <a:lstStyle/>
          <a:p>
            <a:r>
              <a:rPr lang="en-US" dirty="0">
                <a:solidFill>
                  <a:srgbClr val="FF0000"/>
                </a:solidFill>
              </a:rPr>
              <a:t>Singing males</a:t>
            </a:r>
          </a:p>
        </p:txBody>
      </p:sp>
      <p:pic>
        <p:nvPicPr>
          <p:cNvPr id="10" name="Content Placeholder 9">
            <a:extLst>
              <a:ext uri="{FF2B5EF4-FFF2-40B4-BE49-F238E27FC236}">
                <a16:creationId xmlns:a16="http://schemas.microsoft.com/office/drawing/2014/main" id="{BE40D95E-46F3-8920-C35C-B181A6C4DF9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938495" y="0"/>
            <a:ext cx="5137785" cy="5137785"/>
          </a:xfrm>
          <a:prstGeom prst="rect">
            <a:avLst/>
          </a:prstGeom>
        </p:spPr>
      </p:pic>
      <p:pic>
        <p:nvPicPr>
          <p:cNvPr id="14" name="Content Placeholder 13">
            <a:extLst>
              <a:ext uri="{FF2B5EF4-FFF2-40B4-BE49-F238E27FC236}">
                <a16:creationId xmlns:a16="http://schemas.microsoft.com/office/drawing/2014/main" id="{8DA3F53A-8937-C064-C550-3DED3938CEE1}"/>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7054214" y="0"/>
            <a:ext cx="5137785" cy="5137785"/>
          </a:xfrm>
          <a:prstGeom prst="rect">
            <a:avLst/>
          </a:prstGeom>
        </p:spPr>
      </p:pic>
    </p:spTree>
    <p:extLst>
      <p:ext uri="{BB962C8B-B14F-4D97-AF65-F5344CB8AC3E}">
        <p14:creationId xmlns:p14="http://schemas.microsoft.com/office/powerpoint/2010/main" val="2248788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B1EE2-2F2E-0F7C-F7FA-AFA30B140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7DE0E5-1031-FA85-AA31-F13241279BB7}"/>
              </a:ext>
            </a:extLst>
          </p:cNvPr>
          <p:cNvSpPr>
            <a:spLocks noGrp="1"/>
          </p:cNvSpPr>
          <p:nvPr>
            <p:ph type="title"/>
          </p:nvPr>
        </p:nvSpPr>
        <p:spPr>
          <a:xfrm>
            <a:off x="0" y="5555"/>
            <a:ext cx="10515600" cy="1325563"/>
          </a:xfrm>
        </p:spPr>
        <p:txBody>
          <a:bodyPr/>
          <a:lstStyle/>
          <a:p>
            <a:r>
              <a:rPr lang="en-US" dirty="0"/>
              <a:t>Figure 4</a:t>
            </a:r>
          </a:p>
        </p:txBody>
      </p:sp>
      <p:sp>
        <p:nvSpPr>
          <p:cNvPr id="6" name="Text Placeholder 5">
            <a:extLst>
              <a:ext uri="{FF2B5EF4-FFF2-40B4-BE49-F238E27FC236}">
                <a16:creationId xmlns:a16="http://schemas.microsoft.com/office/drawing/2014/main" id="{D6CC644A-6310-2425-3850-D5D962CACDC9}"/>
              </a:ext>
            </a:extLst>
          </p:cNvPr>
          <p:cNvSpPr>
            <a:spLocks noGrp="1"/>
          </p:cNvSpPr>
          <p:nvPr>
            <p:ph type="body" idx="1"/>
          </p:nvPr>
        </p:nvSpPr>
        <p:spPr>
          <a:xfrm>
            <a:off x="4625816" y="6419214"/>
            <a:ext cx="1574959" cy="433231"/>
          </a:xfrm>
        </p:spPr>
        <p:txBody>
          <a:bodyPr/>
          <a:lstStyle/>
          <a:p>
            <a:r>
              <a:rPr lang="en-US" dirty="0">
                <a:solidFill>
                  <a:srgbClr val="FF0000"/>
                </a:solidFill>
              </a:rPr>
              <a:t>All WOTH</a:t>
            </a:r>
          </a:p>
        </p:txBody>
      </p:sp>
      <p:sp>
        <p:nvSpPr>
          <p:cNvPr id="8" name="Text Placeholder 7">
            <a:extLst>
              <a:ext uri="{FF2B5EF4-FFF2-40B4-BE49-F238E27FC236}">
                <a16:creationId xmlns:a16="http://schemas.microsoft.com/office/drawing/2014/main" id="{1BF465B7-6B39-0D3F-FC5B-179E04966585}"/>
              </a:ext>
            </a:extLst>
          </p:cNvPr>
          <p:cNvSpPr>
            <a:spLocks noGrp="1"/>
          </p:cNvSpPr>
          <p:nvPr>
            <p:ph type="body" sz="quarter" idx="3"/>
          </p:nvPr>
        </p:nvSpPr>
        <p:spPr>
          <a:xfrm>
            <a:off x="8029575" y="6374130"/>
            <a:ext cx="2160270" cy="433230"/>
          </a:xfrm>
        </p:spPr>
        <p:txBody>
          <a:bodyPr/>
          <a:lstStyle/>
          <a:p>
            <a:r>
              <a:rPr lang="en-US" dirty="0">
                <a:solidFill>
                  <a:srgbClr val="FF0000"/>
                </a:solidFill>
              </a:rPr>
              <a:t>Singing males</a:t>
            </a:r>
          </a:p>
        </p:txBody>
      </p:sp>
      <p:pic>
        <p:nvPicPr>
          <p:cNvPr id="11" name="Content Placeholder 10">
            <a:extLst>
              <a:ext uri="{FF2B5EF4-FFF2-40B4-BE49-F238E27FC236}">
                <a16:creationId xmlns:a16="http://schemas.microsoft.com/office/drawing/2014/main" id="{7768F4F4-2AB1-7E5B-5F78-E98F42DB933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720703" y="0"/>
            <a:ext cx="3179445" cy="6358890"/>
          </a:xfrm>
          <a:prstGeom prst="rect">
            <a:avLst/>
          </a:prstGeom>
        </p:spPr>
      </p:pic>
      <p:pic>
        <p:nvPicPr>
          <p:cNvPr id="13" name="Content Placeholder 12">
            <a:extLst>
              <a:ext uri="{FF2B5EF4-FFF2-40B4-BE49-F238E27FC236}">
                <a16:creationId xmlns:a16="http://schemas.microsoft.com/office/drawing/2014/main" id="{4DEF5A3C-4E77-652E-5967-717DC68BC51C}"/>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7292340" y="0"/>
            <a:ext cx="3179445" cy="6358890"/>
          </a:xfrm>
          <a:prstGeom prst="rect">
            <a:avLst/>
          </a:prstGeom>
        </p:spPr>
      </p:pic>
    </p:spTree>
    <p:extLst>
      <p:ext uri="{BB962C8B-B14F-4D97-AF65-F5344CB8AC3E}">
        <p14:creationId xmlns:p14="http://schemas.microsoft.com/office/powerpoint/2010/main" val="325421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92B14-21D9-22AF-887C-301921728A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729FC0-E82E-747B-97FB-A50DB4E57D01}"/>
              </a:ext>
            </a:extLst>
          </p:cNvPr>
          <p:cNvSpPr>
            <a:spLocks noGrp="1"/>
          </p:cNvSpPr>
          <p:nvPr>
            <p:ph type="title"/>
          </p:nvPr>
        </p:nvSpPr>
        <p:spPr>
          <a:xfrm>
            <a:off x="0" y="5555"/>
            <a:ext cx="10515600" cy="1325563"/>
          </a:xfrm>
        </p:spPr>
        <p:txBody>
          <a:bodyPr/>
          <a:lstStyle/>
          <a:p>
            <a:r>
              <a:rPr lang="en-US" dirty="0"/>
              <a:t>Figure S1</a:t>
            </a:r>
          </a:p>
        </p:txBody>
      </p:sp>
      <p:sp>
        <p:nvSpPr>
          <p:cNvPr id="6" name="Text Placeholder 5">
            <a:extLst>
              <a:ext uri="{FF2B5EF4-FFF2-40B4-BE49-F238E27FC236}">
                <a16:creationId xmlns:a16="http://schemas.microsoft.com/office/drawing/2014/main" id="{60D48089-07D0-8243-613E-3D9A74DBB5ED}"/>
              </a:ext>
            </a:extLst>
          </p:cNvPr>
          <p:cNvSpPr>
            <a:spLocks noGrp="1"/>
          </p:cNvSpPr>
          <p:nvPr>
            <p:ph type="body" idx="1"/>
          </p:nvPr>
        </p:nvSpPr>
        <p:spPr>
          <a:xfrm>
            <a:off x="3208416" y="5463857"/>
            <a:ext cx="1574959" cy="433231"/>
          </a:xfrm>
        </p:spPr>
        <p:txBody>
          <a:bodyPr/>
          <a:lstStyle/>
          <a:p>
            <a:r>
              <a:rPr lang="en-US" dirty="0">
                <a:solidFill>
                  <a:srgbClr val="FF0000"/>
                </a:solidFill>
              </a:rPr>
              <a:t>All WOTH</a:t>
            </a:r>
          </a:p>
        </p:txBody>
      </p:sp>
      <p:sp>
        <p:nvSpPr>
          <p:cNvPr id="8" name="Text Placeholder 7">
            <a:extLst>
              <a:ext uri="{FF2B5EF4-FFF2-40B4-BE49-F238E27FC236}">
                <a16:creationId xmlns:a16="http://schemas.microsoft.com/office/drawing/2014/main" id="{E97965EB-ED81-43C3-4538-96CDB9AF1D88}"/>
              </a:ext>
            </a:extLst>
          </p:cNvPr>
          <p:cNvSpPr>
            <a:spLocks noGrp="1"/>
          </p:cNvSpPr>
          <p:nvPr>
            <p:ph type="body" sz="quarter" idx="3"/>
          </p:nvPr>
        </p:nvSpPr>
        <p:spPr>
          <a:xfrm>
            <a:off x="7932420" y="5463858"/>
            <a:ext cx="2160270" cy="433230"/>
          </a:xfrm>
        </p:spPr>
        <p:txBody>
          <a:bodyPr/>
          <a:lstStyle/>
          <a:p>
            <a:r>
              <a:rPr lang="en-US" dirty="0">
                <a:solidFill>
                  <a:srgbClr val="FF0000"/>
                </a:solidFill>
              </a:rPr>
              <a:t>Singing males</a:t>
            </a:r>
          </a:p>
        </p:txBody>
      </p:sp>
      <p:pic>
        <p:nvPicPr>
          <p:cNvPr id="10" name="Content Placeholder 9">
            <a:extLst>
              <a:ext uri="{FF2B5EF4-FFF2-40B4-BE49-F238E27FC236}">
                <a16:creationId xmlns:a16="http://schemas.microsoft.com/office/drawing/2014/main" id="{4451986C-12A1-4715-665C-2784A3318E7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167096" y="2038509"/>
            <a:ext cx="3657600" cy="3200400"/>
          </a:xfrm>
          <a:prstGeom prst="rect">
            <a:avLst/>
          </a:prstGeom>
        </p:spPr>
      </p:pic>
      <p:pic>
        <p:nvPicPr>
          <p:cNvPr id="14" name="Content Placeholder 13">
            <a:extLst>
              <a:ext uri="{FF2B5EF4-FFF2-40B4-BE49-F238E27FC236}">
                <a16:creationId xmlns:a16="http://schemas.microsoft.com/office/drawing/2014/main" id="{AD0EEE55-B899-D4B9-B67B-01B750931B5A}"/>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814979" y="2013903"/>
            <a:ext cx="3657600" cy="3200400"/>
          </a:xfrm>
          <a:prstGeom prst="rect">
            <a:avLst/>
          </a:prstGeom>
        </p:spPr>
      </p:pic>
    </p:spTree>
    <p:extLst>
      <p:ext uri="{BB962C8B-B14F-4D97-AF65-F5344CB8AC3E}">
        <p14:creationId xmlns:p14="http://schemas.microsoft.com/office/powerpoint/2010/main" val="1338542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30AC5-C2DA-27C1-9405-D5BEC6A1C4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8F0658-B57C-F72F-647D-5888328761CD}"/>
              </a:ext>
            </a:extLst>
          </p:cNvPr>
          <p:cNvSpPr>
            <a:spLocks noGrp="1"/>
          </p:cNvSpPr>
          <p:nvPr>
            <p:ph type="title"/>
          </p:nvPr>
        </p:nvSpPr>
        <p:spPr>
          <a:xfrm>
            <a:off x="0" y="5555"/>
            <a:ext cx="10515600" cy="1325563"/>
          </a:xfrm>
        </p:spPr>
        <p:txBody>
          <a:bodyPr/>
          <a:lstStyle/>
          <a:p>
            <a:r>
              <a:rPr lang="en-US" dirty="0"/>
              <a:t>Figure S2</a:t>
            </a:r>
          </a:p>
        </p:txBody>
      </p:sp>
      <p:sp>
        <p:nvSpPr>
          <p:cNvPr id="6" name="Text Placeholder 5">
            <a:extLst>
              <a:ext uri="{FF2B5EF4-FFF2-40B4-BE49-F238E27FC236}">
                <a16:creationId xmlns:a16="http://schemas.microsoft.com/office/drawing/2014/main" id="{F6227C70-F8CE-F991-E67D-9E4CDB166889}"/>
              </a:ext>
            </a:extLst>
          </p:cNvPr>
          <p:cNvSpPr>
            <a:spLocks noGrp="1"/>
          </p:cNvSpPr>
          <p:nvPr>
            <p:ph type="body" idx="1"/>
          </p:nvPr>
        </p:nvSpPr>
        <p:spPr>
          <a:xfrm>
            <a:off x="3208416" y="5463857"/>
            <a:ext cx="1574959" cy="433231"/>
          </a:xfrm>
        </p:spPr>
        <p:txBody>
          <a:bodyPr/>
          <a:lstStyle/>
          <a:p>
            <a:r>
              <a:rPr lang="en-US" dirty="0">
                <a:solidFill>
                  <a:srgbClr val="FF0000"/>
                </a:solidFill>
              </a:rPr>
              <a:t>All WOTH</a:t>
            </a:r>
          </a:p>
        </p:txBody>
      </p:sp>
      <p:sp>
        <p:nvSpPr>
          <p:cNvPr id="8" name="Text Placeholder 7">
            <a:extLst>
              <a:ext uri="{FF2B5EF4-FFF2-40B4-BE49-F238E27FC236}">
                <a16:creationId xmlns:a16="http://schemas.microsoft.com/office/drawing/2014/main" id="{5064EC40-514E-6283-A91C-5C7950E12393}"/>
              </a:ext>
            </a:extLst>
          </p:cNvPr>
          <p:cNvSpPr>
            <a:spLocks noGrp="1"/>
          </p:cNvSpPr>
          <p:nvPr>
            <p:ph type="body" sz="quarter" idx="3"/>
          </p:nvPr>
        </p:nvSpPr>
        <p:spPr>
          <a:xfrm>
            <a:off x="7932420" y="5463858"/>
            <a:ext cx="2160270" cy="433230"/>
          </a:xfrm>
        </p:spPr>
        <p:txBody>
          <a:bodyPr/>
          <a:lstStyle/>
          <a:p>
            <a:r>
              <a:rPr lang="en-US" dirty="0">
                <a:solidFill>
                  <a:srgbClr val="FF0000"/>
                </a:solidFill>
              </a:rPr>
              <a:t>Singing males</a:t>
            </a:r>
          </a:p>
        </p:txBody>
      </p:sp>
      <p:pic>
        <p:nvPicPr>
          <p:cNvPr id="11" name="Content Placeholder 10">
            <a:extLst>
              <a:ext uri="{FF2B5EF4-FFF2-40B4-BE49-F238E27FC236}">
                <a16:creationId xmlns:a16="http://schemas.microsoft.com/office/drawing/2014/main" id="{CF164FCD-26EB-D418-0755-0E9625A79B9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647031" y="1952784"/>
            <a:ext cx="3657600" cy="3200400"/>
          </a:xfrm>
          <a:prstGeom prst="rect">
            <a:avLst/>
          </a:prstGeom>
        </p:spPr>
      </p:pic>
      <p:pic>
        <p:nvPicPr>
          <p:cNvPr id="13" name="Content Placeholder 12">
            <a:extLst>
              <a:ext uri="{FF2B5EF4-FFF2-40B4-BE49-F238E27FC236}">
                <a16:creationId xmlns:a16="http://schemas.microsoft.com/office/drawing/2014/main" id="{33FBB598-B719-DE15-EAB1-136FFA87D7A8}"/>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729254" y="1952784"/>
            <a:ext cx="3657600" cy="3200400"/>
          </a:xfrm>
          <a:prstGeom prst="rect">
            <a:avLst/>
          </a:prstGeom>
        </p:spPr>
      </p:pic>
    </p:spTree>
    <p:extLst>
      <p:ext uri="{BB962C8B-B14F-4D97-AF65-F5344CB8AC3E}">
        <p14:creationId xmlns:p14="http://schemas.microsoft.com/office/powerpoint/2010/main" val="2631262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5906F-6345-0C12-CB04-EC981F3770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61B6D8-92AF-F8AD-46E2-D81B7D0DC539}"/>
              </a:ext>
            </a:extLst>
          </p:cNvPr>
          <p:cNvSpPr>
            <a:spLocks noGrp="1"/>
          </p:cNvSpPr>
          <p:nvPr>
            <p:ph type="title"/>
          </p:nvPr>
        </p:nvSpPr>
        <p:spPr>
          <a:xfrm>
            <a:off x="0" y="5555"/>
            <a:ext cx="10515600" cy="1325563"/>
          </a:xfrm>
        </p:spPr>
        <p:txBody>
          <a:bodyPr/>
          <a:lstStyle/>
          <a:p>
            <a:r>
              <a:rPr lang="en-US" dirty="0"/>
              <a:t>Figure S3</a:t>
            </a:r>
          </a:p>
        </p:txBody>
      </p:sp>
      <p:sp>
        <p:nvSpPr>
          <p:cNvPr id="6" name="Text Placeholder 5">
            <a:extLst>
              <a:ext uri="{FF2B5EF4-FFF2-40B4-BE49-F238E27FC236}">
                <a16:creationId xmlns:a16="http://schemas.microsoft.com/office/drawing/2014/main" id="{279CBC36-0F1E-09D2-0328-7ECA41E12910}"/>
              </a:ext>
            </a:extLst>
          </p:cNvPr>
          <p:cNvSpPr>
            <a:spLocks noGrp="1"/>
          </p:cNvSpPr>
          <p:nvPr>
            <p:ph type="body" idx="1"/>
          </p:nvPr>
        </p:nvSpPr>
        <p:spPr>
          <a:xfrm>
            <a:off x="3208416" y="5463857"/>
            <a:ext cx="1574959" cy="433231"/>
          </a:xfrm>
        </p:spPr>
        <p:txBody>
          <a:bodyPr/>
          <a:lstStyle/>
          <a:p>
            <a:r>
              <a:rPr lang="en-US" dirty="0">
                <a:solidFill>
                  <a:srgbClr val="FF0000"/>
                </a:solidFill>
              </a:rPr>
              <a:t>All WOTH</a:t>
            </a:r>
          </a:p>
        </p:txBody>
      </p:sp>
      <p:sp>
        <p:nvSpPr>
          <p:cNvPr id="8" name="Text Placeholder 7">
            <a:extLst>
              <a:ext uri="{FF2B5EF4-FFF2-40B4-BE49-F238E27FC236}">
                <a16:creationId xmlns:a16="http://schemas.microsoft.com/office/drawing/2014/main" id="{AB6C1C08-296E-3EDA-31D9-12835DE02B83}"/>
              </a:ext>
            </a:extLst>
          </p:cNvPr>
          <p:cNvSpPr>
            <a:spLocks noGrp="1"/>
          </p:cNvSpPr>
          <p:nvPr>
            <p:ph type="body" sz="quarter" idx="3"/>
          </p:nvPr>
        </p:nvSpPr>
        <p:spPr>
          <a:xfrm>
            <a:off x="7932420" y="5463858"/>
            <a:ext cx="2160270" cy="433230"/>
          </a:xfrm>
        </p:spPr>
        <p:txBody>
          <a:bodyPr/>
          <a:lstStyle/>
          <a:p>
            <a:r>
              <a:rPr lang="en-US" dirty="0">
                <a:solidFill>
                  <a:srgbClr val="FF0000"/>
                </a:solidFill>
              </a:rPr>
              <a:t>Singing males</a:t>
            </a:r>
          </a:p>
        </p:txBody>
      </p:sp>
      <p:pic>
        <p:nvPicPr>
          <p:cNvPr id="10" name="Content Placeholder 9">
            <a:extLst>
              <a:ext uri="{FF2B5EF4-FFF2-40B4-BE49-F238E27FC236}">
                <a16:creationId xmlns:a16="http://schemas.microsoft.com/office/drawing/2014/main" id="{8004DA7F-72E5-5C8B-8A29-AC357E18E50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658461" y="1895634"/>
            <a:ext cx="3657600" cy="3200400"/>
          </a:xfrm>
          <a:prstGeom prst="rect">
            <a:avLst/>
          </a:prstGeom>
        </p:spPr>
      </p:pic>
      <p:pic>
        <p:nvPicPr>
          <p:cNvPr id="14" name="Content Placeholder 13">
            <a:extLst>
              <a:ext uri="{FF2B5EF4-FFF2-40B4-BE49-F238E27FC236}">
                <a16:creationId xmlns:a16="http://schemas.microsoft.com/office/drawing/2014/main" id="{DCFCE547-8CD1-C715-2CBA-02D21AF68166}"/>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769259" y="1895634"/>
            <a:ext cx="3657600" cy="3200400"/>
          </a:xfrm>
          <a:prstGeom prst="rect">
            <a:avLst/>
          </a:prstGeom>
        </p:spPr>
      </p:pic>
    </p:spTree>
    <p:extLst>
      <p:ext uri="{BB962C8B-B14F-4D97-AF65-F5344CB8AC3E}">
        <p14:creationId xmlns:p14="http://schemas.microsoft.com/office/powerpoint/2010/main" val="2099843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E38FA-969B-858F-CFDB-2D11EFC0E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69012-0C93-47AC-DAC2-F4BB63BABC9E}"/>
              </a:ext>
            </a:extLst>
          </p:cNvPr>
          <p:cNvSpPr>
            <a:spLocks noGrp="1"/>
          </p:cNvSpPr>
          <p:nvPr>
            <p:ph type="title"/>
          </p:nvPr>
        </p:nvSpPr>
        <p:spPr>
          <a:xfrm>
            <a:off x="0" y="5555"/>
            <a:ext cx="10515600" cy="1325563"/>
          </a:xfrm>
        </p:spPr>
        <p:txBody>
          <a:bodyPr/>
          <a:lstStyle/>
          <a:p>
            <a:r>
              <a:rPr lang="en-US" dirty="0"/>
              <a:t>Figure S4</a:t>
            </a:r>
          </a:p>
        </p:txBody>
      </p:sp>
      <p:sp>
        <p:nvSpPr>
          <p:cNvPr id="6" name="Text Placeholder 5">
            <a:extLst>
              <a:ext uri="{FF2B5EF4-FFF2-40B4-BE49-F238E27FC236}">
                <a16:creationId xmlns:a16="http://schemas.microsoft.com/office/drawing/2014/main" id="{82EB18BF-5F4A-106B-BB7A-707D4918F5D6}"/>
              </a:ext>
            </a:extLst>
          </p:cNvPr>
          <p:cNvSpPr>
            <a:spLocks noGrp="1"/>
          </p:cNvSpPr>
          <p:nvPr>
            <p:ph type="body" idx="1"/>
          </p:nvPr>
        </p:nvSpPr>
        <p:spPr>
          <a:xfrm>
            <a:off x="3208416" y="5463857"/>
            <a:ext cx="1574959" cy="433231"/>
          </a:xfrm>
        </p:spPr>
        <p:txBody>
          <a:bodyPr/>
          <a:lstStyle/>
          <a:p>
            <a:r>
              <a:rPr lang="en-US" dirty="0">
                <a:solidFill>
                  <a:srgbClr val="FF0000"/>
                </a:solidFill>
              </a:rPr>
              <a:t>All WOTH</a:t>
            </a:r>
          </a:p>
        </p:txBody>
      </p:sp>
      <p:sp>
        <p:nvSpPr>
          <p:cNvPr id="8" name="Text Placeholder 7">
            <a:extLst>
              <a:ext uri="{FF2B5EF4-FFF2-40B4-BE49-F238E27FC236}">
                <a16:creationId xmlns:a16="http://schemas.microsoft.com/office/drawing/2014/main" id="{56F0FCD3-01F2-EE4A-A6F8-BBF50175477B}"/>
              </a:ext>
            </a:extLst>
          </p:cNvPr>
          <p:cNvSpPr>
            <a:spLocks noGrp="1"/>
          </p:cNvSpPr>
          <p:nvPr>
            <p:ph type="body" sz="quarter" idx="3"/>
          </p:nvPr>
        </p:nvSpPr>
        <p:spPr>
          <a:xfrm>
            <a:off x="7932420" y="5463858"/>
            <a:ext cx="2160270" cy="433230"/>
          </a:xfrm>
        </p:spPr>
        <p:txBody>
          <a:bodyPr/>
          <a:lstStyle/>
          <a:p>
            <a:r>
              <a:rPr lang="en-US" dirty="0">
                <a:solidFill>
                  <a:srgbClr val="FF0000"/>
                </a:solidFill>
              </a:rPr>
              <a:t>Singing males</a:t>
            </a:r>
          </a:p>
        </p:txBody>
      </p:sp>
      <p:pic>
        <p:nvPicPr>
          <p:cNvPr id="11" name="Content Placeholder 10">
            <a:extLst>
              <a:ext uri="{FF2B5EF4-FFF2-40B4-BE49-F238E27FC236}">
                <a16:creationId xmlns:a16="http://schemas.microsoft.com/office/drawing/2014/main" id="{283F0A7F-A98E-DFEB-0665-231464903B0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892776" y="2044224"/>
            <a:ext cx="3657600" cy="3200400"/>
          </a:xfrm>
          <a:prstGeom prst="rect">
            <a:avLst/>
          </a:prstGeom>
        </p:spPr>
      </p:pic>
      <p:pic>
        <p:nvPicPr>
          <p:cNvPr id="13" name="Content Placeholder 12">
            <a:extLst>
              <a:ext uri="{FF2B5EF4-FFF2-40B4-BE49-F238E27FC236}">
                <a16:creationId xmlns:a16="http://schemas.microsoft.com/office/drawing/2014/main" id="{86D55071-14E9-607A-016D-3977F9D09A4A}"/>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992144" y="2044224"/>
            <a:ext cx="3657600" cy="3200400"/>
          </a:xfrm>
          <a:prstGeom prst="rect">
            <a:avLst/>
          </a:prstGeom>
        </p:spPr>
      </p:pic>
    </p:spTree>
    <p:extLst>
      <p:ext uri="{BB962C8B-B14F-4D97-AF65-F5344CB8AC3E}">
        <p14:creationId xmlns:p14="http://schemas.microsoft.com/office/powerpoint/2010/main" val="36977973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134</Words>
  <Application>Microsoft Office PowerPoint</Application>
  <PresentationFormat>Widescreen</PresentationFormat>
  <Paragraphs>26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Comparing figures between a point count analysis that uses all WOTH vs. one that uses only singing males</vt:lpstr>
      <vt:lpstr>Quick comparison</vt:lpstr>
      <vt:lpstr>Figure 2</vt:lpstr>
      <vt:lpstr>Figure 3</vt:lpstr>
      <vt:lpstr>Figure 4</vt:lpstr>
      <vt:lpstr>Figure S1</vt:lpstr>
      <vt:lpstr>Figure S2</vt:lpstr>
      <vt:lpstr>Figure S3</vt:lpstr>
      <vt:lpstr>Figure S4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Jonathon Valente</dc:creator>
  <cp:lastModifiedBy>Jonathon Valente</cp:lastModifiedBy>
  <cp:revision>4</cp:revision>
  <dcterms:created xsi:type="dcterms:W3CDTF">2026-06-21T15:57:40Z</dcterms:created>
  <dcterms:modified xsi:type="dcterms:W3CDTF">2026-06-21T16:50:09Z</dcterms:modified>
</cp:coreProperties>
</file>